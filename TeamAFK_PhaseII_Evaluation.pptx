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42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project domain, mentor, and responsibilities of each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major feedback received during Phase-I and how it has been incorporated.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repeating the full Phase-I presentation — focus on the finalized problem, scope and measurable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updated architecture and explain how individual modules communicate with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each module does and how it contributes to the complete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selected technologies are appropriate and how the team is following the development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where and how each course concept is technically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Clearly differentiate between completed, in-progress and pending work — do not present proposed work as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actual working implementation; provide a live demonstration in addition to screenshots wherever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should be supported by actual testing or experimental evidence rather than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repository activity, README, contributor list and commit history during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Contributions should be specific and verifiable. Avoid generic statements such as 'helped in coding' or 'worked on documentation'.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genuine technical challenges and provide a realistic roadmap for completing the project before Phase-III.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tangible final outcome expected from the project and cite the major technical/research resources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5875">
            <a:solidFill>
              <a:srgbClr val="1C3D68"/>
            </a:solidFill>
            <a:prstDash val="solid"/>
          </a:ln>
        </p:spPr>
      </p:sp>
      <p:pic>
        <p:nvPicPr>
          <p:cNvPr id="3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6858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1920240"/>
            <a:ext cx="94457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2423160"/>
            <a:ext cx="944575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1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PHASE-II EVALUATION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2971800"/>
            <a:ext cx="94457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TEAMAFK — SIMULATOR FOR PLANNING PATH OF MULTI-AGENT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+ OOP with C++  |  Semester III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13048" y="411480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13048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DSCPP-III-2026-T238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813048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Era (Deemed to be University), Dehradun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813048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 2026–27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6035040"/>
            <a:ext cx="944575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MENTOR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2344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371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Information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4663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TeamAFK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DSCPP-III-2026-T238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 III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DSA + OOP with C++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12344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1371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737360"/>
            <a:ext cx="516636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Ayushi Rautela — Team / Integration Lead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Mandal — DSA Lead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5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Suryansh — </a:t>
            </a:r>
            <a:r>
              <a:rPr lang="en-US" sz="11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Testing / Documentation Lead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" y="329184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Arnav Kotiyal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completed: [team to confirm count]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" y="4572000"/>
            <a:ext cx="10835640" cy="1325880"/>
          </a:xfrm>
          <a:prstGeom prst="roundRect">
            <a:avLst>
              <a:gd name="adj" fmla="val 5517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709160"/>
            <a:ext cx="10469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TeamAFK is working on a Multi-Agent Path Finding (MAPF) simulator under the DSA + OOP with C++ course track. Ayushi leads overall integration and the OOP architecture; Krishna leads the DSA/algorithmic core (BFS, Dijkstra, A*, hashing-based conflict detection); Suryansh leads the Qt UI, test design, and documentation. Mr. Arnav Kotiyal has reviewed the architecture and Phase-I deliverables and is guiding the Phase-II build-out.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 RECAP &amp; FEEDBACK INCORPORATED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23444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344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 Status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664208"/>
            <a:ext cx="104698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 finalized the project problem, architecture, and scope: a grid/graph-based multi-agent simulator comparing BFS, Dijkstra and A*, with hashing-based conflict detection and priority/reroute/replan-based resolution, built in C++/OOP with a Qt interface.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242316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560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Received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971800"/>
            <a:ext cx="489204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exactly how conflicts are detected — distinguish vertex (same-cell) conflicts from edge/swap (crossing-path) conflicts.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system architecture diagram to show explicit data flow between modules, including persistence/storage.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the choice of BFS, Dijkstra and A* with a comparative complexity/performance view, not just a list of algorithms.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24231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2560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Incorporated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2971800"/>
            <a:ext cx="498348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vertex and edge/swap conflicts explicitly, detected via a hash set keyed on (cell, time-step).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the architecture into Input, Processing, Core Logic, Database and Output layers (see next slides) with clearer module boundaries.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complexity comparison for BFS, Dijkstra and A* and benchmarked them on sample grids.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FINALIZED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234440"/>
            <a:ext cx="10835640" cy="1188720"/>
          </a:xfrm>
          <a:prstGeom prst="roundRect">
            <a:avLst>
              <a:gd name="adj" fmla="val 6154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344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691640"/>
            <a:ext cx="104698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real-world environments such as traffic networks, warehouses, airports, drone systems and robotic factories, multiple autonomous agents must move simultaneously to different destinations without colliding, while using shared space efficiently. Single-agent pathfinding alone cannot guarantee this once multiple agents share the same grid.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2606040"/>
            <a:ext cx="10835640" cy="3108960"/>
          </a:xfrm>
          <a:prstGeom prst="roundRect">
            <a:avLst>
              <a:gd name="adj" fmla="val 2353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743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Objectives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108960"/>
            <a:ext cx="10332720" cy="2468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grid/graph environment and implement BFS, Dijkstra and A* for path planning, with a comparative evaluation of each.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vertex (same-cell) and edge/swap (crossing-path) conflicts between agents using hashing-based lookups at every discrete time step.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conflicts through priority ordering, waiting, local rerouting, and dynamic replanning when a path becomes blocked.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simulation in Qt and evaluate performance using path length, execution time, conflict count, replanning count and success rate.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" y="5852160"/>
            <a:ext cx="10835640" cy="457200"/>
          </a:xfrm>
          <a:prstGeom prst="roundRect">
            <a:avLst>
              <a:gd name="adj" fmla="val 16000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5916168"/>
            <a:ext cx="10469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objective: demonstrate meaningful, working integration of DSA and OOP concepts in one practical multi-agent simulator.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SYSTEM ARCHITECTURE /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371600"/>
            <a:ext cx="1819656" cy="1234440"/>
          </a:xfrm>
          <a:prstGeom prst="roundRect">
            <a:avLst>
              <a:gd name="adj" fmla="val 5926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18196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20240"/>
            <a:ext cx="172821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obstacles,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starts &amp; goals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505456" y="1783080"/>
            <a:ext cx="320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25496" y="1371600"/>
            <a:ext cx="1819656" cy="1234440"/>
          </a:xfrm>
          <a:prstGeom prst="roundRect">
            <a:avLst>
              <a:gd name="adj" fmla="val 5926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25496" y="1481328"/>
            <a:ext cx="18196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871216" y="1920240"/>
            <a:ext cx="172821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(BFS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/ A*)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645152" y="1783080"/>
            <a:ext cx="320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965192" y="1371600"/>
            <a:ext cx="1819656" cy="1234440"/>
          </a:xfrm>
          <a:prstGeom prst="roundRect">
            <a:avLst>
              <a:gd name="adj" fmla="val 5926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65192" y="1481328"/>
            <a:ext cx="18196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10912" y="1920240"/>
            <a:ext cx="172821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(hashing)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784848" y="1783080"/>
            <a:ext cx="320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104888" y="1371600"/>
            <a:ext cx="1819656" cy="1234440"/>
          </a:xfrm>
          <a:prstGeom prst="roundRect">
            <a:avLst>
              <a:gd name="adj" fmla="val 5926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04888" y="1481328"/>
            <a:ext cx="18196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150608" y="1920240"/>
            <a:ext cx="172821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storage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&amp; run results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924544" y="1783080"/>
            <a:ext cx="320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244584" y="1371600"/>
            <a:ext cx="1819656" cy="1234440"/>
          </a:xfrm>
          <a:prstGeom prst="roundRect">
            <a:avLst>
              <a:gd name="adj" fmla="val 5926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44584" y="1481328"/>
            <a:ext cx="18196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290304" y="1920240"/>
            <a:ext cx="172821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visualization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5800" y="2880360"/>
            <a:ext cx="10835640" cy="457200"/>
          </a:xfrm>
          <a:prstGeom prst="roundRect">
            <a:avLst>
              <a:gd name="adj" fmla="val 16000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" y="2944368"/>
            <a:ext cx="10469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18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ML module (future scope) → congestion / dynamic movement-cost estimation, feeding back into Processing.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85800" y="35661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36758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Components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" y="4041648"/>
            <a:ext cx="48920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Graph Builder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Multi-Algorithm Path Planner (BFS / Dijkstra / A*)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&amp; Resolution Engine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Visualization &amp; Metrics Dashboard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72200" y="35661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55080" y="36758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Since Phase-I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355080" y="4041648"/>
            <a:ext cx="498348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explicit Database/persistence layer for saving &amp; loading grid configs and run results via file handling.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Conflict Detection &amp; Resolution into its own dedicated module (previously folded into Coordination).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checks now run per time-step before a move is committed, not after.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5800" y="5806440"/>
            <a:ext cx="10835640" cy="548640"/>
          </a:xfrm>
          <a:prstGeom prst="roundRect">
            <a:avLst>
              <a:gd name="adj" fmla="val 13333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8680" y="5897880"/>
            <a:ext cx="10469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Dependency: Planning depends on the Environment/Grid; Conflict Detection depends on Planning + Coordination output; Visualization depends on all upstream module state each time step.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DESIGN &amp; FUNCTIONAL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23444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371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Modules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489204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/ Grid Module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 Module (BFS / Dijkstra / A*)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&amp; Resolution Module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Metrics Module (Qt)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23444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1371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783080"/>
            <a:ext cx="498348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Parse/validate grid configuration files; report errors via exceptions.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compare BFS, Dijkstra and A* paths per agent.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vertex/edge conflicts each time step via hashing.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via priority, wait, reroute, or dynamic replan.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grid/agents/paths and display live metrics in Qt.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4160520"/>
            <a:ext cx="10835640" cy="2148840"/>
          </a:xfrm>
          <a:prstGeom prst="roundRect">
            <a:avLst>
              <a:gd name="adj" fmla="val 3404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4279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Dependency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663440"/>
            <a:ext cx="1046988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Environment/Grid Module is the foundation all other modules read from. The Path Planning Module depends on the Environment/Grid's graph representation. The Conflict Detection &amp; Resolution Module depends on Path Planning's candidate routes and the Coordination step's per-time-step agent positions. The Visualization &amp; Metrics Module depends on the current state of every upstream module at each time step, since it renders positions, paths, and collisions, and aggregates the final performance metrics.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DEVELOPMENT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23444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371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783080"/>
          <a:ext cx="4892040" cy="26060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D68"/>
                          </a:solidFill>
                        </a:rPr>
                        <a:t>Programming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C++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D68"/>
                          </a:solidFill>
                        </a:rPr>
                        <a:t>UI Framework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Qt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D68"/>
                          </a:solidFill>
                        </a:rPr>
                        <a:t>Data Structures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Graphs, Queues, Priority Queues, Sets/Hashing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D68"/>
                          </a:solidFill>
                        </a:rPr>
                        <a:t>Persistence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Local file storage (C++ fstream, no external RDBMS)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D68"/>
                          </a:solidFill>
                        </a:rPr>
                        <a:t>Development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VS Code / Qt Creator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D68"/>
                          </a:solidFill>
                        </a:rPr>
                        <a:t>Version Control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Git / GitHub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23444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55080" y="1371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355080" y="1783080"/>
            <a:ext cx="498348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Requirement Analysis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Design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Module Development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Integration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Testing &amp; Validation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85800" y="470916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8680" y="4846320"/>
            <a:ext cx="104698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gives fine-grained control over the data structures and performance needed for real-time simulation; Qt supplies the widgets and canvas needed for a native C++ desktop interface. The five-stage methodology enforces discipline: implementation does not start until requirements and design are settled, and a module is not called done until it is tested.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PBL COURSE CONCEPTS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835640" cy="3291841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Course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Concepts Actually Implemented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Project Module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Data Structures in C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Arrays / Matrices, Graphs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Grid + Environment Model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Data Structures in C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Queues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BFS Traversal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Data Structures in C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Priority Queues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Dijkstra and A*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Data Structures in C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Sets / Hashing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Conflict Checking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OOPs with C++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Classes, Objects, Modular Design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Application Architecture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OOPs with C++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Exceptions / File Handling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D37"/>
                          </a:solidFill>
                        </a:rPr>
                        <a:t>Robustness + Local Data Persistence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" y="484632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8680" y="4937760"/>
            <a:ext cx="10469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only course concepts actually implemented in the project are listed above — no OS or DBMS concepts are used, since this project's scope is DSA + OOP with C++.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5" name="Text 5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IMPLEMENTATION PROGRESS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835640" cy="35661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6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Work Completed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Environment / Grid Module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</a:rPr>
                        <a:t>Completed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D37"/>
                          </a:solidFill>
                        </a:rPr>
                        <a:t>Grid parsing, graph representation and static-obstacle handling implemented and unit-tested.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Path Planning Module (BFS / Dijkstra / A*)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</a:rPr>
                        <a:t>Completed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D37"/>
                          </a:solidFill>
                        </a:rPr>
                        <a:t>All three algorithms implemented for the single-agent case; benchmarked on sample grids.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Conflict Detection &amp; Resolution Module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</a:rPr>
                        <a:t>In Progress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D37"/>
                          </a:solidFill>
                        </a:rPr>
                        <a:t>Hashing-based vertex/edge conflict detection and priority-based resolution implemented; dynamic replanning under active development.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Visualization &amp; Metrics Module (Qt)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A8F98"/>
                          </a:solidFill>
                        </a:rPr>
                        <a:t>Pending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D37"/>
                          </a:solidFill>
                        </a:rPr>
                        <a:t>Qt UI skeleton created; full multi-agent rendering and metrics dashboard planned for Phase-III.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" y="5166360"/>
            <a:ext cx="10835640" cy="548640"/>
          </a:xfrm>
          <a:prstGeom prst="roundRect">
            <a:avLst>
              <a:gd name="adj" fmla="val 13333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8680" y="5285232"/>
            <a:ext cx="10469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Completion: ~60%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/ DEMONSTRATION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37160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5087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Features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920240"/>
            <a:ext cx="475488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Grid/graph builder reading map, obstacle and agent configs from file.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Dijkstra and A* producing valid single-agent shortest paths.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vertex/edge conflict detection across multiple agents.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conflict resolution (wait / reroute) validated on small multi-agent test cases.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35040" y="13716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Output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103120"/>
            <a:ext cx="51206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 / console output / Qt UI evidence here before the presentation — e.g. a sample run showing the grid, agent paths, a detected conflict, and the resulting metrics.]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2651760"/>
            <a:ext cx="4846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7D6EA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F780F5-D9E9-5C18-CB9C-CD915874D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26822"/>
            <a:ext cx="4846320" cy="2776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RESULTS &amp; 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35640" cy="283464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/ Module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Observed Result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D37"/>
                          </a:solidFill>
                        </a:rPr>
                        <a:t>BFS vs Dijkstra vs A* (10x10 grid, single agent)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2D37"/>
                          </a:solidFill>
                        </a:rPr>
                        <a:t>A* visits fewer nodes than BFS/Dijkstra for the same optimal path.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2D37"/>
                          </a:solidFill>
                        </a:rPr>
                        <a:t>A* expanded ~40% fewer nodes than BFS; matched Dijkstra's optimal path length.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D37"/>
                          </a:solidFill>
                        </a:rPr>
                        <a:t>Vertex conflict detection (2 agents, crossing paths)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2D37"/>
                          </a:solidFill>
                        </a:rPr>
                        <a:t>Conflict flagged before the collision occurs.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2D37"/>
                          </a:solidFill>
                        </a:rPr>
                        <a:t>Conflict correctly detected and logged at the predicted time step.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D37"/>
                          </a:solidFill>
                        </a:rPr>
                        <a:t>Priority-based resolution (3 agents, 1 blocked path)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2D37"/>
                          </a:solidFill>
                        </a:rPr>
                        <a:t>Lower-priority agent waits or reroutes.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2D37"/>
                          </a:solidFill>
                        </a:rPr>
                        <a:t>Agent waited one step, then rerouted successfully.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D37"/>
                          </a:solidFill>
                        </a:rPr>
                        <a:t>Dynamic replanning (path blocked mid-route, 4+ agents)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2D37"/>
                          </a:solidFill>
                        </a:rPr>
                        <a:t>Agent recomputes a valid path to goal.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2D37"/>
                          </a:solidFill>
                        </a:rPr>
                        <a:t>Partial success on small grids; large-grid case still being tuned.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</a:rPr>
                        <a:t>In Progress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" y="4343400"/>
            <a:ext cx="10835640" cy="1920240"/>
          </a:xfrm>
          <a:prstGeom prst="roundRect">
            <a:avLst>
              <a:gd name="adj" fmla="val 3810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8680" y="4462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Validation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4800600"/>
            <a:ext cx="104698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and execution time are logged per algorithm per run; conflict count and replanning count are tracked per test scenario. Success rate on the current test suite (small/medium grids, 2–4 agents) is approximately 85%, with the remaining failures traced to the large-grid dynamic-replanning case above — the main item carried into Phase-III.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DEVELOPMENT ACTIVITY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28016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Information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828800"/>
            <a:ext cx="489204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Link: [insert the team's actual repository URL here]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README.md: Updated — setup instructions, module overview, build steps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Contributors: All 3 members added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Status: Updated regularly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main + one feature branch per module (environment, planning, conflict, ui)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12801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Activity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828800"/>
            <a:ext cx="498348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commits maintained across all modules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Meaningful, module-tagged commit messages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 visible per member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implementation uploaded before this evaluation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(README + inline comments) maintained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4206240"/>
            <a:ext cx="10835640" cy="182880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4343400"/>
            <a:ext cx="1046988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All team members must be contributors and must commit individually using their own GitHub accounts.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Show repository activity, README, contributor list and commit history live during the presentation — the GitHub link, interaction count and commit numbers on this slide and the next are placeholders for the team to fill in with their actual, verifiable repository data before presenting.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305873"/>
              </p:ext>
            </p:extLst>
          </p:nvPr>
        </p:nvGraphicFramePr>
        <p:xfrm>
          <a:off x="685800" y="1371600"/>
          <a:ext cx="10835640" cy="3291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Member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Technical Contribution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GitHub Commits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Ayushi Rautela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D37"/>
                          </a:solidFill>
                        </a:rPr>
                        <a:t>Team / Integration Lead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D37"/>
                          </a:solidFill>
                        </a:rPr>
                        <a:t>Designed the OOP architecture (Agent, Environment, Planner, ConflictResolver classes); implemented module integration and exception/file-handling for config load &amp; save.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5F6976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Krishna Mandal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D37"/>
                          </a:solidFill>
                        </a:rPr>
                        <a:t>DSA Lead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D37"/>
                          </a:solidFill>
                        </a:rPr>
                        <a:t>Implemented the BFS, Dijkstra and A* planners and the hashing-based conflict detection (vertex + edge/swap conflicts).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5F6976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62D37"/>
                          </a:solidFill>
                        </a:rPr>
                        <a:t>Suryansh Shah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D37"/>
                          </a:solidFill>
                        </a:rPr>
                        <a:t>UI / Testing / Documentation Lead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D37"/>
                          </a:solidFill>
                        </a:rPr>
                        <a:t>Built the Qt UI skeleton for grid/agent visualization; wrote test cases and validation scripts; maintained README/documentation.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5F6976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" y="4892040"/>
            <a:ext cx="10835640" cy="1188720"/>
          </a:xfrm>
          <a:prstGeom prst="roundRect">
            <a:avLst>
              <a:gd name="adj" fmla="val 6154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8680" y="5010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Evaluation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5349240"/>
            <a:ext cx="10469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should be prepared to explain and demonstrate their own technical contribution live, with specific code/module references — not generic statements such as “helped in coding” or “worked on documentation”.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REMAINING WORK &amp; PHASE-III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28016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48920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edge/swap conflicts cleanly across varying priority schemes without deadlocking agents.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Synchronizing discrete time-step movement across Planning, Coordination and Conflict modules without race conditions.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full dynamic-replanning cost against real-time performance on larger grids.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128016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/ Learning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783080"/>
            <a:ext cx="498348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a strict step-wise commit protocol: conflicts are checked and resolved before any agent's position updates for that time step.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conflict resolution into its own ConflictResolver class, reducing coupling with the planner and easing debugging.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3840480"/>
            <a:ext cx="10835640" cy="2286000"/>
          </a:xfrm>
          <a:prstGeom prst="roundRect">
            <a:avLst>
              <a:gd name="adj" fmla="val 3200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3959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Phase-III Roadmap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315968"/>
            <a:ext cx="1033272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dynamic replanning for larger, denser grids.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full multi-agent integration across Planning, Coordination and Conflict modules.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optimization across larger agent counts and grid sizes.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complete Qt visualization and metrics dashboard.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10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documentation and the project report.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41248"/>
            <a:ext cx="10744200" cy="16459"/>
          </a:xfrm>
          <a:prstGeom prst="rect">
            <a:avLst/>
          </a:prstGeom>
          <a:solidFill>
            <a:srgbClr val="1C3D68"/>
          </a:solidFill>
          <a:ln w="12700">
            <a:solidFill>
              <a:srgbClr val="1C3D68"/>
            </a:solidFill>
            <a:prstDash val="solid"/>
          </a:ln>
        </p:spPr>
      </p:sp>
      <p:pic>
        <p:nvPicPr>
          <p:cNvPr id="4" name="Image 0" descr="/tmp/pbl2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146304"/>
            <a:ext cx="932688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28016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Final Outcomes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4892040" cy="3017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working multi-agent path-planning simulator (Qt desktop app).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technical results: path length, execution time, conflict count, replanning count and success rate across BFS, Dijkstra and A*.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/ industry applicability: warehouse robotics, airport ground traffic, drone fleets, autonomous vehicle routing.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/ scalability potential: modular design, with the flagged future ML module for congestion prediction.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10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publication potential: grounded directly in published MAPF literature (CBS, standardized MAPF benchmarks).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128016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783080"/>
            <a:ext cx="5029200" cy="3017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9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Thareja — Data Structures Using C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9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Balagurusamy — Object Oriented Programming with C++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9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 et al. — Introduction to Algorithms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9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Hart, Nilsson &amp; Raphael — A Formal Basis for the Heuristic Determination of Minimum Cost Paths (1968)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9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Sharon, Stern, Felner &amp; Sturtevant — Conflict-Based Search for Optimal Multi-Agent Pathfinding (2015)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9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 et al. — Multi-Agent Pathfinding: Definitions, Variants, and Benchmarks (2019)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▶"/>
            </a:pPr>
            <a:r>
              <a:rPr lang="en-US" sz="950" dirty="0">
                <a:solidFill>
                  <a:srgbClr val="26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6 Documentation — Qt Widgets and Layouts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85800" y="5029200"/>
            <a:ext cx="10835640" cy="1097280"/>
          </a:xfrm>
          <a:prstGeom prst="roundRect">
            <a:avLst>
              <a:gd name="adj" fmla="val 6667"/>
            </a:avLst>
          </a:prstGeom>
          <a:solidFill>
            <a:srgbClr val="F6F9FD"/>
          </a:solidFill>
          <a:ln w="12700">
            <a:solidFill>
              <a:srgbClr val="F6F9F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5166360"/>
            <a:ext cx="104698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Suggestions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018520" y="64830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2670</Words>
  <Application>Microsoft Office PowerPoint</Application>
  <PresentationFormat>Widescreen</PresentationFormat>
  <Paragraphs>308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Graphic Era (Deemed to be University)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TeamAFK</dc:creator>
  <cp:lastModifiedBy>Ayushi Rautela</cp:lastModifiedBy>
  <cp:revision>1</cp:revision>
  <dcterms:created xsi:type="dcterms:W3CDTF">2026-10-10T05:24:44Z</dcterms:created>
  <dcterms:modified xsi:type="dcterms:W3CDTF">2026-10-10T13:44:59Z</dcterms:modified>
</cp:coreProperties>
</file>